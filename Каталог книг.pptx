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64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04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76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00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9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56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8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42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32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64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63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703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0006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268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689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29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501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4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5D93EF8-F99D-413A-9C02-E06A62AFF1F3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D15575-7331-4EF1-B523-F2F93EEBE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367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ECF7-5FFB-073E-AAD5-A9BCCFFE85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Книжный магазин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25364-095A-1C24-4501-DC32BADC51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Каверин Захар</a:t>
            </a:r>
          </a:p>
        </p:txBody>
      </p:sp>
    </p:spTree>
    <p:extLst>
      <p:ext uri="{BB962C8B-B14F-4D97-AF65-F5344CB8AC3E}">
        <p14:creationId xmlns:p14="http://schemas.microsoft.com/office/powerpoint/2010/main" val="2779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ABD93-B92B-8EAC-3A3A-9D034C94C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DE531-3296-69D3-9C14-0A541DB45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A5EAF-13BC-C19A-8525-8D0C7A46BD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dirty="0"/>
              <a:t>- Создать приложение, которое поможет вести учет книг в интернет-книжном магазине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406F2-1C94-EB71-F436-BF6654818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A7150-6069-E87E-ED81-C7774B3B09E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Создать удобный и понятный интерфейс</a:t>
            </a:r>
          </a:p>
          <a:p>
            <a:r>
              <a:rPr lang="ru-RU" dirty="0"/>
              <a:t>Реализовать работу с базой данных книг и авторов</a:t>
            </a:r>
          </a:p>
          <a:p>
            <a:r>
              <a:rPr lang="ru-RU" dirty="0"/>
              <a:t>Сделать счётчик прибыли с продаж без учета скидок и прочего</a:t>
            </a:r>
          </a:p>
        </p:txBody>
      </p:sp>
    </p:spTree>
    <p:extLst>
      <p:ext uri="{BB962C8B-B14F-4D97-AF65-F5344CB8AC3E}">
        <p14:creationId xmlns:p14="http://schemas.microsoft.com/office/powerpoint/2010/main" val="301206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E3B4-78A9-1935-36CA-9AF626EA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805E8-BBFD-0349-E423-0A91F043EB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3AA06-CA94-CB1E-28CF-8949433020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97EAD8-56CF-0A4B-FD5E-537DAD50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66" y="468596"/>
            <a:ext cx="8377858" cy="592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2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9850-32C2-4FEE-D6AD-F58D60AA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922A4-1DFD-C73A-D6DD-C0E210A429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9A2137F-F43E-696E-B18A-4A83D3A715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A4AE1D-1E55-4204-B4C3-6F1C5C71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9" y="208385"/>
            <a:ext cx="6200797" cy="442693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B7A35AF-3C24-F6B6-FBA8-CA9E52C01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2599107"/>
            <a:ext cx="6043381" cy="407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3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9850-32C2-4FEE-D6AD-F58D60AA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922A4-1DFD-C73A-D6DD-C0E210A429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9A2137F-F43E-696E-B18A-4A83D3A715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D4F35E-00B5-0FC6-42AD-22B9CA689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01" y="447450"/>
            <a:ext cx="6858957" cy="32198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BED7EA-A12A-21FE-F91A-8CF19388C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671" y="2298045"/>
            <a:ext cx="4858428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8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61E3-5986-CDBD-6CF0-B5D04070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D5E88-76EF-E42C-2AB4-5C151BF5AF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AAEB9-6F86-E6BC-7F51-B0F67612A5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656958-0229-575B-3BEE-194DC7832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292" y="538591"/>
            <a:ext cx="5644194" cy="1440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AD1916-F9BC-D031-2DA0-A34BBE59D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92" y="2227952"/>
            <a:ext cx="5644195" cy="7443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543E34-A526-99F7-A3FF-3F7FD50C2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49" y="263907"/>
            <a:ext cx="2038635" cy="171473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83B13F1-38A8-4E1A-01F1-259753005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949" y="2304500"/>
            <a:ext cx="2534004" cy="39439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4C0748-04F5-4D06-AA69-89D445C3F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7292" y="3429000"/>
            <a:ext cx="8202170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79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3060</TotalTime>
  <Words>42</Words>
  <Application>Microsoft Office PowerPoint</Application>
  <PresentationFormat>Широкоэкранный</PresentationFormat>
  <Paragraphs>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Calisto MT</vt:lpstr>
      <vt:lpstr>Wingdings 2</vt:lpstr>
      <vt:lpstr>Slate</vt:lpstr>
      <vt:lpstr>Книжный магазин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Каталог книг в книжном магазине</dc:title>
  <dc:creator>николай каверин</dc:creator>
  <cp:lastModifiedBy>dlabrada5678@gmail.com</cp:lastModifiedBy>
  <cp:revision>3</cp:revision>
  <dcterms:created xsi:type="dcterms:W3CDTF">2023-11-10T12:07:58Z</dcterms:created>
  <dcterms:modified xsi:type="dcterms:W3CDTF">2023-11-24T17:17:40Z</dcterms:modified>
</cp:coreProperties>
</file>